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Dadosfera: o caminho mais rápido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dados e valor (PoC Olist)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10 — Item 10 (Apresentação do Case) | Victor Tintel Martins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5394960"/>
            <a:ext cx="10972800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github.com/victortintel/VICTOR_TINTEL_DDF_TECH_012026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https://victortintelddftech012026-etq6rseufiwq7kvxqxpyf2.streamlit.app/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Contexto e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desafio: transformar eventos e dados brutos em ativos prontos para IA e decisão, com governança e rapidez.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0"/>
          </a:xfrm>
          <a:prstGeom prst="line">
            <a:avLst/>
          </a:prstGeom>
          <a:noFill/>
          <a:ln w="12700">
            <a:solidFill>
              <a:srgbClr val="26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55778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atual (AWS): Generator → Kinesis Stream → Firehose → S3 + Redis.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muito esforço operacional para chegar em análises e modelos (tempo de engenharia alto).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do negócio: “o caminho mais rápido entre dados e valor” → ativos prontos para consumo (BI/IA/Data Apps).</a:t>
            </a:r>
            <a:endParaRPr lang="en-US" sz="1800" dirty="0"/>
          </a:p>
        </p:txBody>
      </p:sp>
      <p:pic>
        <p:nvPicPr>
          <p:cNvPr id="6" name="Image 0" descr="/mnt/data/875f1401-cf90-4925-ab07-9bb4b912d2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91640"/>
            <a:ext cx="51206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9400" y="1691640"/>
            <a:ext cx="5120640" cy="38404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630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29400" y="5669280"/>
            <a:ext cx="5120640" cy="640080"/>
          </a:xfrm>
          <a:prstGeom prst="rect">
            <a:avLst/>
          </a:prstGeom>
          <a:solidFill>
            <a:srgbClr val="101A35"/>
          </a:solidFill>
          <a:ln w="12700">
            <a:solidFill>
              <a:srgbClr val="2630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5806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atual (referência do case)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usar Dadosfera como substituição parcial/total, com foco em time-to-value.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https://victortintelddftech012026-etq6rseufiwq7kvxqxpyf2.streamlit.app/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Solução proposta (Dadosfera)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do “miolo” de ingestão/curadoria por pipelines + catálogo + governança + consumo (Data App).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0"/>
          </a:xfrm>
          <a:prstGeom prst="line">
            <a:avLst/>
          </a:prstGeom>
          <a:noFill/>
          <a:ln w="12700">
            <a:solidFill>
              <a:srgbClr val="26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2377440" cy="1097280"/>
          </a:xfrm>
          <a:prstGeom prst="roundRect">
            <a:avLst/>
          </a:prstGeom>
          <a:solidFill>
            <a:srgbClr val="101A35"/>
          </a:solidFill>
          <a:ln w="12700">
            <a:solidFill>
              <a:srgbClr val="26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(S3/CSV,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streams, APIs)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1600200"/>
            <a:ext cx="2834640" cy="173736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7830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Dadosfera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(ETL)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Micro-transformações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DQ Gate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0" y="1600200"/>
            <a:ext cx="2286000" cy="1737360"/>
          </a:xfrm>
          <a:prstGeom prst="roundRect">
            <a:avLst/>
          </a:prstGeom>
          <a:solidFill>
            <a:srgbClr val="101A35"/>
          </a:solidFill>
          <a:ln w="12700">
            <a:solidFill>
              <a:srgbClr val="263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18745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 (Tabelas)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Linhagem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784080" y="1600200"/>
            <a:ext cx="2194560" cy="1737360"/>
          </a:xfrm>
          <a:prstGeom prst="roundRect">
            <a:avLst/>
          </a:prstGeom>
          <a:solidFill>
            <a:srgbClr val="0D2B2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21240" y="18745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/ ML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71800" y="2148840"/>
            <a:ext cx="640080" cy="548640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2148840"/>
            <a:ext cx="548640" cy="548640"/>
          </a:xfrm>
          <a:prstGeom prst="rightArrow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0" y="2148840"/>
            <a:ext cx="548640" cy="548640"/>
          </a:xfrm>
          <a:prstGeom prst="rightArrow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03320"/>
            <a:ext cx="11155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trabalho de engenharia: do “pipeline + storage” para “ativo pronto no catálogo”.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 governança: metadados, schema, contagem de linhas, colunas, distintos, min/max, etc.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 entrega: rapidamente viabiliza Data Apps, modelos de IA e análises exploratórias.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parcial ou total: Dadosfera pode consumir dados do S3 e entregar ativos curados para consumo.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https://victortintelddftech012026-etq6rseufiwq7kvxqxpyf2.streamlit.app/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Ativos construídos no case (Dadosfera)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S3/CSV até o catálogo com evidências de execução e DQ gate.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0"/>
          </a:xfrm>
          <a:prstGeom prst="line">
            <a:avLst/>
          </a:prstGeom>
          <a:noFill/>
          <a:ln w="12700">
            <a:solidFill>
              <a:srgbClr val="26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5669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(S3 → Dadosfera): ingestão dos datasets e geração automática de ativos no Catálogo.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validado: PUBLIC.VICTOR_TINTEL_DDF_TECH_012026_OLIST_ORDER_ITEMS_PIPELINE (112.650 linhas).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nomes, descrição e rastreabilidade (prints + Markdown do item 8).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modelagem dimensional (Kimball) no Item 6 e consumo no Item 9.</a:t>
            </a:r>
            <a:endParaRPr lang="en-US" sz="1800" dirty="0"/>
          </a:p>
        </p:txBody>
      </p:sp>
      <p:pic>
        <p:nvPicPr>
          <p:cNvPr id="6" name="Image 0" descr="/mnt/data/9e574a41-d814-40ed-9e6a-22517e2121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91640"/>
            <a:ext cx="512064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9400" y="1691640"/>
            <a:ext cx="5120640" cy="43891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63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6172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no Catálogo (linhas/colunas/estatísticas)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ativos “catalogados” viram a interface padrão de consumo e governança.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https://victortintelddftech012026-etq6rseufiwq7kvxqxpyf2.streamlit.app/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Data Quality (DQ) + Governança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confiabilidade antes de seguir para consumo e modelagem.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0"/>
          </a:xfrm>
          <a:prstGeom prst="line">
            <a:avLst/>
          </a:prstGeom>
          <a:noFill/>
          <a:ln w="12700">
            <a:solidFill>
              <a:srgbClr val="26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1155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gate: validações mínimas (ex.: header, separador, encoding, schema, contagens e consistências).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Catálogo: visão por coluna (distintos, zeros, menor/maior valor) e metadados do ativo.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Linhagem: rastreio de origem (pipeline) → ativo (tabela) → consumo (Data App / análises).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Benefício: reduz risco de “dados errados” chegando em modelos e dashboards.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governança nativa, a plataforma vira base para uma nova Plataforma de Dados.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https://victortintelddftech012026-etq6rseufiwq7kvxqxpyf2.streamlit.app/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Modelagem dimensional (Kimball)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fatos e dimensões para análises de negócio e features para 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0"/>
          </a:xfrm>
          <a:prstGeom prst="line">
            <a:avLst/>
          </a:prstGeom>
          <a:noFill/>
          <a:ln w="12700">
            <a:solidFill>
              <a:srgbClr val="26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394960" cy="4206240"/>
          </a:xfrm>
          <a:prstGeom prst="roundRect">
            <a:avLst/>
          </a:prstGeom>
          <a:solidFill>
            <a:srgbClr val="101A35"/>
          </a:solidFill>
          <a:ln w="12700">
            <a:solidFill>
              <a:srgbClr val="263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(exemplo)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fact_order_items (grão: item do pedido)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price, freight_value, contagens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Chaves: order_id, product_id, seller_id, customer_id, date_id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(exemplos)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4389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dim_products, dim_customers, dim_sellers, dim_geolocation, dim_dates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(quando aplicável) + dicionário de dados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para consumo (BI) e para features (ML)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5166360" cy="420624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Kimball aqui?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2280" y="242316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simples e escalável para análises.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criação de KPIs (receita, frete, tempo de entrega, NPS/reviews).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 feature engineering e experimentos de IA.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comunicação com stakeholders (negócio).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= ponte entre dados brutos e valor (análises, KPIs e IA).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https://victortintelddftech012026-etq6rseufiwq7kvxqxpyf2.streamlit.app/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Dataset final para 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stg_product_text_features_free.csv — 500 produtos (features de texto + keywords + campos derivados).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0"/>
          </a:xfrm>
          <a:prstGeom prst="line">
            <a:avLst/>
          </a:prstGeom>
          <a:noFill/>
          <a:ln w="12700">
            <a:solidFill>
              <a:srgbClr val="26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56692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criar uma base “pronta” para exploração e similaridade entre produtos.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final padronizado e validado: 500 linhas / 500 produtos.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Colunas-chave para texto: summary, main_topics, pain_points, suggested_improvements.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EDA + Similaridade (cosine) + Mapa 2D (tipo tensorboard) + Download.</a:t>
            </a:r>
            <a:endParaRPr lang="en-US" sz="1800" dirty="0"/>
          </a:p>
        </p:txBody>
      </p:sp>
      <p:pic>
        <p:nvPicPr>
          <p:cNvPr id="6" name="Image 0" descr="/mnt/data/a4bcc734-9be1-4496-aa71-fc64cb3f89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91640"/>
            <a:ext cx="5120640" cy="4389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9400" y="1691640"/>
            <a:ext cx="5120640" cy="43891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63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0" y="6172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App (Streamlit) consumindo o dataset final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pronta para recomendação, clustering, curadoria de catálogo e melhorias de experiência.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https://victortintelddftech012026-etq6rseufiwq7kvxqxpyf2.streamlit.app/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Similaridade entre produtos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PoC entrega valor com IA “leve” e explicável.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0"/>
          </a:xfrm>
          <a:prstGeom prst="line">
            <a:avLst/>
          </a:prstGeom>
          <a:noFill/>
          <a:ln w="12700">
            <a:solidFill>
              <a:srgbClr val="26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1155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texto: limpeza → vetorização (TF‑IDF/embeddings livres) → similaridade (cosine).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imediatos: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recomendação de produtos similares / substitutos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detecção de duplicatas e agrupamentos por tema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insights de melhorias a partir de reviews (pain points)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Explicabilidade: keywords e campos agregados ajudam a justificar resultados.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577840"/>
            <a:ext cx="10972800" cy="731520"/>
          </a:xfrm>
          <a:prstGeom prst="roundRect">
            <a:avLst/>
          </a:prstGeom>
          <a:solidFill>
            <a:srgbClr val="101A35"/>
          </a:solidFill>
          <a:ln w="12700">
            <a:solidFill>
              <a:srgbClr val="263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7424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mais relevância na experiência de compra com baixo custo e rápido ciclo de entrega.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mostra que valor de IA pode ser entregue rapidamente em cima de ativos curados.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https://victortintelddftech012026-etq6rseufiwq7kvxqxpyf2.streamlit.app/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Data App (Streamlit) — entrega final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pública para explorar EDA + Similaridade + Mapa 2D + Download.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0"/>
          </a:xfrm>
          <a:prstGeom prst="line">
            <a:avLst/>
          </a:prstGeom>
          <a:noFill/>
          <a:ln w="12700">
            <a:solidFill>
              <a:srgbClr val="26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10972800" cy="109728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do 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0" y="18288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https://victortintelddftech012026-etq6rseufiwq7kvxqxpyf2.streamlit.app/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240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(evidência): 01_home_eda.png | 02_similarity.png | 03_map_2d.png | 04_download.png</a:t>
            </a:r>
            <a:endParaRPr lang="en-US" sz="1200" dirty="0"/>
          </a:p>
        </p:txBody>
      </p:sp>
      <p:pic>
        <p:nvPicPr>
          <p:cNvPr id="9" name="Image 0" descr="/mnt/data/a4bcc734-9be1-4496-aa71-fc64cb3f89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926080"/>
            <a:ext cx="10972800" cy="3383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2926080"/>
            <a:ext cx="10972800" cy="33832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2630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App fecha o ciclo: ativo curado → insight/IA → entrega acessível para negócio.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https://victortintelddftech012026-etq6rseufiwq7kvxqxpyf2.streamlit.app/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Viabilidade, custo e próximos passos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Dadosfera é tecnicamente viável e acelera resultados.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72800" cy="0"/>
          </a:xfrm>
          <a:prstGeom prst="line">
            <a:avLst/>
          </a:prstGeom>
          <a:noFill/>
          <a:ln w="12700">
            <a:solidFill>
              <a:srgbClr val="263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1155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Viabilidade: Dadosfera já consumiu dados do S3 e gerou ativos catalogados (execuções com sucesso + evidências).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Custo/tempo: menos código/infra para manter; mais foco em valor (dados, modelos e produto).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Escalabilidade: ampliar ingestões (novas tabelas/streams), aplicar DQ gate e padronizar consumo.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sugeridos: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Completar camada Kimball para fatos/dimensões (consumo BI)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Treinar embeddings melhores (quando permitido) e comparar performance</a:t>
            </a:r>
            <a:endParaRPr lang="en-US" sz="18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Evoluir para recomendação + segmentação + detecção de fraudes/risco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10972800" cy="548640"/>
          </a:xfrm>
          <a:prstGeom prst="roundRect">
            <a:avLst/>
          </a:prstGeom>
          <a:solidFill>
            <a:srgbClr val="0D2B21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59253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final: Dadosfera reduz o “tempo entre dados e valor” e habilita IA com governança.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16"/>
          </a:solidFill>
          <a:ln w="12700">
            <a:solidFill>
              <a:srgbClr val="070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65653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https://victortintelddftech012026-etq6rseufiwq7kvxqxpyf2.streamlit.app/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2026-01-17T18:38:54Z</dcterms:created>
  <dcterms:modified xsi:type="dcterms:W3CDTF">2026-01-17T18:38:54Z</dcterms:modified>
</cp:coreProperties>
</file>